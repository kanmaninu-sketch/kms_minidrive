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0.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0.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2.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png" ContentType="image/pn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8"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0.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Google Shape;9;p2"/>
          <p:cNvSpPr/>
          <p:nvPr/>
        </p:nvSpPr>
        <p:spPr>
          <a:xfrm>
            <a:off x="4143960" y="228600"/>
            <a:ext cx="4771080" cy="4544280"/>
          </a:xfrm>
          <a:prstGeom prst="rect">
            <a:avLst/>
          </a:prstGeom>
          <a:solidFill>
            <a:schemeClr val="l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1" name="PlaceHolder 1"/>
          <p:cNvSpPr>
            <a:spLocks noGrp="1"/>
          </p:cNvSpPr>
          <p:nvPr>
            <p:ph type="title"/>
          </p:nvPr>
        </p:nvSpPr>
        <p:spPr>
          <a:xfrm>
            <a:off x="115200" y="215640"/>
            <a:ext cx="3767400" cy="2490120"/>
          </a:xfrm>
          <a:prstGeom prst="rect">
            <a:avLst/>
          </a:prstGeom>
          <a:noFill/>
          <a:ln w="0">
            <a:noFill/>
          </a:ln>
        </p:spPr>
        <p:txBody>
          <a:bodyPr lIns="91440" rIns="91440" tIns="91440" bIns="91440" anchor="t">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2" name="PlaceHolder 2"/>
          <p:cNvSpPr>
            <a:spLocks noGrp="1"/>
          </p:cNvSpPr>
          <p:nvPr>
            <p:ph type="body"/>
          </p:nvPr>
        </p:nvSpPr>
        <p:spPr>
          <a:xfrm>
            <a:off x="4448520" y="419760"/>
            <a:ext cx="4162320" cy="4162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5405040" y="166320"/>
            <a:ext cx="3510000" cy="1292040"/>
          </a:xfrm>
          <a:prstGeom prst="rect">
            <a:avLst/>
          </a:prstGeom>
          <a:noFill/>
          <a:ln w="0">
            <a:noFill/>
          </a:ln>
        </p:spPr>
        <p:txBody>
          <a:bodyPr lIns="91440" rIns="91440" tIns="91440" bIns="91440" anchor="t">
            <a:noAutofit/>
          </a:bodyPr>
          <a:p>
            <a:pPr indent="0">
              <a:lnSpc>
                <a:spcPct val="100000"/>
              </a:lnSpc>
              <a:buNone/>
            </a:pPr>
            <a:r>
              <a:rPr b="0" i="1" lang="fr-FR" sz="6000" strike="noStrike" u="none">
                <a:solidFill>
                  <a:schemeClr val="accent1"/>
                </a:solidFill>
                <a:effectLst/>
                <a:uFillTx/>
                <a:latin typeface="Roboto Condensed"/>
                <a:ea typeface="Roboto Condensed"/>
              </a:rPr>
              <a:t>xx%</a:t>
            </a:r>
            <a:endParaRPr b="0" lang="fr-FR" sz="6000" strike="noStrike" u="none">
              <a:solidFill>
                <a:schemeClr val="dk1"/>
              </a:solidFill>
              <a:effectLst/>
              <a:uFillTx/>
              <a:latin typeface="Arial"/>
            </a:endParaRPr>
          </a:p>
        </p:txBody>
      </p:sp>
      <p:sp>
        <p:nvSpPr>
          <p:cNvPr id="4" name="PlaceHolder 2"/>
          <p:cNvSpPr>
            <a:spLocks noGrp="1"/>
          </p:cNvSpPr>
          <p:nvPr>
            <p:ph type="body"/>
          </p:nvPr>
        </p:nvSpPr>
        <p:spPr>
          <a:xfrm>
            <a:off x="533160" y="419760"/>
            <a:ext cx="4162320" cy="4162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228600" y="416520"/>
            <a:ext cx="2724120" cy="111168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6" name="PlaceHolder 2"/>
          <p:cNvSpPr>
            <a:spLocks noGrp="1"/>
          </p:cNvSpPr>
          <p:nvPr>
            <p:ph type="title"/>
          </p:nvPr>
        </p:nvSpPr>
        <p:spPr>
          <a:xfrm>
            <a:off x="4970160" y="2084760"/>
            <a:ext cx="639720" cy="41760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
        <p:nvSpPr>
          <p:cNvPr id="7" name="PlaceHolder 3"/>
          <p:cNvSpPr>
            <a:spLocks noGrp="1"/>
          </p:cNvSpPr>
          <p:nvPr>
            <p:ph type="title"/>
          </p:nvPr>
        </p:nvSpPr>
        <p:spPr>
          <a:xfrm>
            <a:off x="4970160" y="972720"/>
            <a:ext cx="639720" cy="41724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
        <p:nvSpPr>
          <p:cNvPr id="8" name="PlaceHolder 4"/>
          <p:cNvSpPr>
            <a:spLocks noGrp="1"/>
          </p:cNvSpPr>
          <p:nvPr>
            <p:ph type="title"/>
          </p:nvPr>
        </p:nvSpPr>
        <p:spPr>
          <a:xfrm>
            <a:off x="4970880" y="416520"/>
            <a:ext cx="638640" cy="41724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
        <p:nvSpPr>
          <p:cNvPr id="9" name="PlaceHolder 5"/>
          <p:cNvSpPr>
            <a:spLocks noGrp="1"/>
          </p:cNvSpPr>
          <p:nvPr>
            <p:ph type="title"/>
          </p:nvPr>
        </p:nvSpPr>
        <p:spPr>
          <a:xfrm>
            <a:off x="4970160" y="1528560"/>
            <a:ext cx="639720" cy="41760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
        <p:nvSpPr>
          <p:cNvPr id="10" name="PlaceHolder 6"/>
          <p:cNvSpPr>
            <a:spLocks noGrp="1"/>
          </p:cNvSpPr>
          <p:nvPr>
            <p:ph type="title"/>
          </p:nvPr>
        </p:nvSpPr>
        <p:spPr>
          <a:xfrm>
            <a:off x="4970160" y="3197160"/>
            <a:ext cx="639720" cy="41724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
        <p:nvSpPr>
          <p:cNvPr id="11" name="PlaceHolder 7"/>
          <p:cNvSpPr>
            <a:spLocks noGrp="1"/>
          </p:cNvSpPr>
          <p:nvPr>
            <p:ph type="title"/>
          </p:nvPr>
        </p:nvSpPr>
        <p:spPr>
          <a:xfrm>
            <a:off x="4970160" y="3753000"/>
            <a:ext cx="639720" cy="41760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
        <p:nvSpPr>
          <p:cNvPr id="12" name="PlaceHolder 8"/>
          <p:cNvSpPr>
            <a:spLocks noGrp="1"/>
          </p:cNvSpPr>
          <p:nvPr>
            <p:ph type="title"/>
          </p:nvPr>
        </p:nvSpPr>
        <p:spPr>
          <a:xfrm>
            <a:off x="4970160" y="4309200"/>
            <a:ext cx="639720" cy="41760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
        <p:nvSpPr>
          <p:cNvPr id="13" name="PlaceHolder 9"/>
          <p:cNvSpPr>
            <a:spLocks noGrp="1"/>
          </p:cNvSpPr>
          <p:nvPr>
            <p:ph type="title"/>
          </p:nvPr>
        </p:nvSpPr>
        <p:spPr>
          <a:xfrm>
            <a:off x="4970160" y="2640960"/>
            <a:ext cx="639720" cy="41760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bg>
      <p:bgPr>
        <a:solidFill>
          <a:schemeClr val="lt2"/>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228600" y="4342320"/>
            <a:ext cx="621972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15"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_1">
    <p:bg>
      <p:bgPr>
        <a:solidFill>
          <a:schemeClr val="lt2"/>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228600" y="204480"/>
            <a:ext cx="5598720" cy="102132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17" name="PlaceHolder 2"/>
          <p:cNvSpPr>
            <a:spLocks noGrp="1"/>
          </p:cNvSpPr>
          <p:nvPr>
            <p:ph type="body"/>
          </p:nvPr>
        </p:nvSpPr>
        <p:spPr>
          <a:xfrm>
            <a:off x="6014880" y="-12960"/>
            <a:ext cx="3128760" cy="5155920"/>
          </a:xfrm>
          <a:prstGeom prst="rect">
            <a:avLst/>
          </a:prstGeom>
          <a:noFill/>
          <a:ln w="0">
            <a:noFill/>
          </a:ln>
        </p:spPr>
        <p:txBody>
          <a:bodyPr lIns="90000" rIns="90000" tIns="45000" bIns="45000" anchor="t">
            <a:normAutofit fontScale="775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_1">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228600" y="960480"/>
            <a:ext cx="2136600" cy="104904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19" name="PlaceHolder 2"/>
          <p:cNvSpPr>
            <a:spLocks noGrp="1"/>
          </p:cNvSpPr>
          <p:nvPr>
            <p:ph type="body"/>
          </p:nvPr>
        </p:nvSpPr>
        <p:spPr>
          <a:xfrm>
            <a:off x="3119040" y="1144800"/>
            <a:ext cx="1825560" cy="1784520"/>
          </a:xfrm>
          <a:prstGeom prst="rect">
            <a:avLst/>
          </a:prstGeom>
          <a:noFill/>
          <a:ln w="0">
            <a:noFill/>
          </a:ln>
        </p:spPr>
        <p:txBody>
          <a:bodyPr lIns="90000" rIns="90000" tIns="45000" bIns="4500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20" name="PlaceHolder 3"/>
          <p:cNvSpPr>
            <a:spLocks noGrp="1"/>
          </p:cNvSpPr>
          <p:nvPr>
            <p:ph type="body"/>
          </p:nvPr>
        </p:nvSpPr>
        <p:spPr>
          <a:xfrm>
            <a:off x="5104080" y="1144800"/>
            <a:ext cx="1825560" cy="1784520"/>
          </a:xfrm>
          <a:prstGeom prst="rect">
            <a:avLst/>
          </a:prstGeom>
          <a:noFill/>
          <a:ln w="0">
            <a:noFill/>
          </a:ln>
        </p:spPr>
        <p:txBody>
          <a:bodyPr lIns="90000" rIns="90000" tIns="45000" bIns="4500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21" name="PlaceHolder 4"/>
          <p:cNvSpPr>
            <a:spLocks noGrp="1"/>
          </p:cNvSpPr>
          <p:nvPr>
            <p:ph type="body"/>
          </p:nvPr>
        </p:nvSpPr>
        <p:spPr>
          <a:xfrm>
            <a:off x="7089480" y="1144800"/>
            <a:ext cx="1825560" cy="1784520"/>
          </a:xfrm>
          <a:prstGeom prst="rect">
            <a:avLst/>
          </a:prstGeom>
          <a:noFill/>
          <a:ln w="0">
            <a:noFill/>
          </a:ln>
        </p:spPr>
        <p:txBody>
          <a:bodyPr lIns="90000" rIns="90000" tIns="45000" bIns="4500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228600" y="228600"/>
            <a:ext cx="86864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23" name="PlaceHolder 2"/>
          <p:cNvSpPr>
            <a:spLocks noGrp="1"/>
          </p:cNvSpPr>
          <p:nvPr>
            <p:ph type="title"/>
          </p:nvPr>
        </p:nvSpPr>
        <p:spPr>
          <a:xfrm>
            <a:off x="1700640" y="2433960"/>
            <a:ext cx="621000" cy="39960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
        <p:nvSpPr>
          <p:cNvPr id="24" name="PlaceHolder 3"/>
          <p:cNvSpPr>
            <a:spLocks noGrp="1"/>
          </p:cNvSpPr>
          <p:nvPr>
            <p:ph type="title"/>
          </p:nvPr>
        </p:nvSpPr>
        <p:spPr>
          <a:xfrm>
            <a:off x="4261320" y="2433960"/>
            <a:ext cx="621000" cy="39960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
        <p:nvSpPr>
          <p:cNvPr id="25" name="PlaceHolder 4"/>
          <p:cNvSpPr>
            <a:spLocks noGrp="1"/>
          </p:cNvSpPr>
          <p:nvPr>
            <p:ph type="title"/>
          </p:nvPr>
        </p:nvSpPr>
        <p:spPr>
          <a:xfrm>
            <a:off x="6822000" y="2433960"/>
            <a:ext cx="621000" cy="39960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
        <p:nvSpPr>
          <p:cNvPr id="26" name="PlaceHolder 5"/>
          <p:cNvSpPr>
            <a:spLocks noGrp="1"/>
          </p:cNvSpPr>
          <p:nvPr>
            <p:ph type="title"/>
          </p:nvPr>
        </p:nvSpPr>
        <p:spPr>
          <a:xfrm>
            <a:off x="1700640" y="3761280"/>
            <a:ext cx="621000" cy="39960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
        <p:nvSpPr>
          <p:cNvPr id="27" name="PlaceHolder 6"/>
          <p:cNvSpPr>
            <a:spLocks noGrp="1"/>
          </p:cNvSpPr>
          <p:nvPr>
            <p:ph type="title"/>
          </p:nvPr>
        </p:nvSpPr>
        <p:spPr>
          <a:xfrm>
            <a:off x="4261320" y="3761280"/>
            <a:ext cx="621000" cy="39960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
        <p:nvSpPr>
          <p:cNvPr id="28" name="PlaceHolder 7"/>
          <p:cNvSpPr>
            <a:spLocks noGrp="1"/>
          </p:cNvSpPr>
          <p:nvPr>
            <p:ph type="title"/>
          </p:nvPr>
        </p:nvSpPr>
        <p:spPr>
          <a:xfrm>
            <a:off x="6822000" y="3761280"/>
            <a:ext cx="621000" cy="399600"/>
          </a:xfrm>
          <a:prstGeom prst="rect">
            <a:avLst/>
          </a:prstGeom>
          <a:noFill/>
          <a:ln w="0">
            <a:noFill/>
          </a:ln>
        </p:spPr>
        <p:txBody>
          <a:bodyPr lIns="91440" rIns="91440" tIns="91440" bIns="91440" anchor="ctr">
            <a:noAutofit/>
          </a:bodyPr>
          <a:p>
            <a:pPr indent="0" algn="ctr">
              <a:lnSpc>
                <a:spcPct val="100000"/>
              </a:lnSpc>
              <a:buNone/>
            </a:pPr>
            <a:r>
              <a:rPr b="0" i="1" lang="fr-FR" sz="2500" strike="noStrike" u="none">
                <a:solidFill>
                  <a:schemeClr val="accent1"/>
                </a:solidFill>
                <a:effectLst/>
                <a:uFillTx/>
                <a:latin typeface="Roboto Condensed"/>
                <a:ea typeface="Roboto Condensed"/>
              </a:rPr>
              <a:t>xx%</a:t>
            </a:r>
            <a:endParaRPr b="0" lang="fr-FR" sz="2500" strike="noStrike" u="non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228600" y="255240"/>
            <a:ext cx="2655360" cy="1946880"/>
          </a:xfrm>
          <a:prstGeom prst="rect">
            <a:avLst/>
          </a:prstGeom>
          <a:noFill/>
          <a:ln w="0">
            <a:noFill/>
          </a:ln>
        </p:spPr>
        <p:txBody>
          <a:bodyPr lIns="91440" rIns="91440" tIns="91440" bIns="91440" anchor="t">
            <a:noAutofit/>
          </a:bodyPr>
          <a:p>
            <a:pPr indent="0">
              <a:buNone/>
            </a:pPr>
            <a:r>
              <a:rPr b="0" lang="fr-FR" sz="5500" strike="noStrike" u="none">
                <a:solidFill>
                  <a:schemeClr val="dk1"/>
                </a:solidFill>
                <a:effectLst/>
                <a:uFillTx/>
                <a:latin typeface="Arial"/>
              </a:rPr>
              <a:t>Click to edit the title text format</a:t>
            </a:r>
            <a:endParaRPr b="0" lang="fr-FR" sz="5500" strike="noStrike" u="none">
              <a:solidFill>
                <a:schemeClr val="dk1"/>
              </a:solidFill>
              <a:effectLst/>
              <a:uFillTx/>
              <a:latin typeface="Arial"/>
            </a:endParaRPr>
          </a:p>
        </p:txBody>
      </p:sp>
      <p:sp>
        <p:nvSpPr>
          <p:cNvPr id="30" name="Google Shape;102;p18"/>
          <p:cNvSpPr/>
          <p:nvPr/>
        </p:nvSpPr>
        <p:spPr>
          <a:xfrm>
            <a:off x="6045840" y="498960"/>
            <a:ext cx="2819520" cy="583920"/>
          </a:xfrm>
          <a:prstGeom prst="rect">
            <a:avLst/>
          </a:prstGeom>
          <a:noFill/>
          <a:ln w="0">
            <a:noFill/>
          </a:ln>
        </p:spPr>
        <p:style>
          <a:lnRef idx="0"/>
          <a:fillRef idx="0"/>
          <a:effectRef idx="0"/>
          <a:fontRef idx="minor"/>
        </p:style>
        <p:txBody>
          <a:bodyPr tIns="91440" bIns="91440" anchor="t">
            <a:noAutofit/>
          </a:bodyPr>
          <a:p>
            <a:pPr defTabSz="914400">
              <a:lnSpc>
                <a:spcPct val="100000"/>
              </a:lnSpc>
              <a:tabLst>
                <a:tab algn="l" pos="0"/>
              </a:tabLst>
            </a:pPr>
            <a:r>
              <a:rPr b="1" lang="en" sz="1000" strike="noStrike" u="none">
                <a:solidFill>
                  <a:schemeClr val="dk2"/>
                </a:solidFill>
                <a:effectLst/>
                <a:uFillTx/>
                <a:latin typeface="Nunito"/>
                <a:ea typeface="Nunito"/>
              </a:rPr>
              <a:t>CREDITS:</a:t>
            </a:r>
            <a:r>
              <a:rPr b="0" lang="en" sz="1000" strike="noStrike" u="none">
                <a:solidFill>
                  <a:schemeClr val="dk2"/>
                </a:solidFill>
                <a:effectLst/>
                <a:uFillTx/>
                <a:latin typeface="Nunito"/>
                <a:ea typeface="Nunito"/>
              </a:rPr>
              <a:t> This presentation template was created by </a:t>
            </a:r>
            <a:r>
              <a:rPr b="1" lang="en" sz="1000" strike="noStrike" u="sng">
                <a:solidFill>
                  <a:schemeClr val="dk2"/>
                </a:solidFill>
                <a:effectLst/>
                <a:uFillTx/>
                <a:latin typeface="Nunito"/>
                <a:ea typeface="Nunito"/>
                <a:hlinkClick r:id="rId2"/>
              </a:rPr>
              <a:t>Slidesgo</a:t>
            </a:r>
            <a:r>
              <a:rPr b="0" lang="en" sz="1000" strike="noStrike" u="none">
                <a:solidFill>
                  <a:schemeClr val="dk2"/>
                </a:solidFill>
                <a:effectLst/>
                <a:uFillTx/>
                <a:latin typeface="Nunito"/>
                <a:ea typeface="Nunito"/>
              </a:rPr>
              <a:t>, and includes icons, infographics &amp; images by </a:t>
            </a:r>
            <a:r>
              <a:rPr b="1" lang="en" sz="1000" strike="noStrike" u="sng">
                <a:solidFill>
                  <a:schemeClr val="dk2"/>
                </a:solidFill>
                <a:effectLst/>
                <a:uFillTx/>
                <a:latin typeface="Nunito"/>
                <a:ea typeface="Nunito"/>
                <a:hlinkClick r:id="rId3"/>
              </a:rPr>
              <a:t>Freepik</a:t>
            </a:r>
            <a:r>
              <a:rPr b="0" lang="en" sz="1000" strike="noStrike" u="none">
                <a:solidFill>
                  <a:schemeClr val="dk2"/>
                </a:solidFill>
                <a:effectLst/>
                <a:uFillTx/>
                <a:latin typeface="Nunito"/>
                <a:ea typeface="Nunito"/>
              </a:rPr>
              <a:t> </a:t>
            </a:r>
            <a:endParaRPr b="0" lang="en-US" sz="1000" strike="noStrike" u="none">
              <a:solidFill>
                <a:srgbClr val="000000"/>
              </a:solidFill>
              <a:effectLst/>
              <a:uFillTx/>
              <a:latin typeface="OpenSymbo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cxnSp>
        <p:nvCxnSpPr>
          <p:cNvPr id="31" name="Google Shape;104;p19"/>
          <p:cNvCxnSpPr/>
          <p:nvPr/>
        </p:nvCxnSpPr>
        <p:spPr>
          <a:xfrm>
            <a:off x="-69840" y="224640"/>
            <a:ext cx="9284040" cy="360"/>
          </a:xfrm>
          <a:prstGeom prst="straightConnector1">
            <a:avLst/>
          </a:prstGeom>
          <a:ln w="9525">
            <a:solidFill>
              <a:srgbClr val="aaa9a6"/>
            </a:solidFill>
            <a:round/>
          </a:ln>
        </p:spPr>
      </p:cxn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cxnSp>
        <p:nvCxnSpPr>
          <p:cNvPr id="32" name="Google Shape;106;p20"/>
          <p:cNvCxnSpPr/>
          <p:nvPr/>
        </p:nvCxnSpPr>
        <p:spPr>
          <a:xfrm>
            <a:off x="260280" y="-104760"/>
            <a:ext cx="360" cy="5353200"/>
          </a:xfrm>
          <a:prstGeom prst="straightConnector1">
            <a:avLst/>
          </a:prstGeom>
          <a:ln w="9525">
            <a:solidFill>
              <a:srgbClr val="aaa9a6"/>
            </a:solidFill>
            <a:round/>
          </a:ln>
        </p:spPr>
      </p:cxnSp>
      <p:cxnSp>
        <p:nvCxnSpPr>
          <p:cNvPr id="33" name="Google Shape;107;p20"/>
          <p:cNvCxnSpPr/>
          <p:nvPr/>
        </p:nvCxnSpPr>
        <p:spPr>
          <a:xfrm>
            <a:off x="-24120" y="4914720"/>
            <a:ext cx="9284040" cy="360"/>
          </a:xfrm>
          <a:prstGeom prst="straightConnector1">
            <a:avLst/>
          </a:prstGeom>
          <a:ln w="9525">
            <a:solidFill>
              <a:srgbClr val="aaa9a6"/>
            </a:solidFill>
            <a:round/>
          </a:ln>
        </p:spPr>
      </p:cxn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2"/>
        </a:solidFill>
      </p:bgPr>
    </p:bg>
    <p:spTree>
      <p:nvGrpSpPr>
        <p:cNvPr id="1" name=""/>
        <p:cNvGrpSpPr/>
        <p:nvPr/>
      </p:nvGrpSpPr>
      <p:grpSpPr>
        <a:xfrm>
          <a:off x="0" y="0"/>
          <a:ext cx="0" cy="0"/>
          <a:chOff x="0" y="0"/>
          <a:chExt cx="0" cy="0"/>
        </a:xfrm>
      </p:grpSpPr>
      <p:sp>
        <p:nvSpPr>
          <p:cNvPr id="34" name="PlaceHolder 1"/>
          <p:cNvSpPr>
            <a:spLocks noGrp="1"/>
          </p:cNvSpPr>
          <p:nvPr>
            <p:ph type="body"/>
          </p:nvPr>
        </p:nvSpPr>
        <p:spPr>
          <a:xfrm>
            <a:off x="3481200" y="1233720"/>
            <a:ext cx="3173040" cy="3681000"/>
          </a:xfrm>
          <a:prstGeom prst="rect">
            <a:avLst/>
          </a:prstGeom>
          <a:noFill/>
          <a:ln w="0">
            <a:noFill/>
          </a:ln>
        </p:spPr>
        <p:txBody>
          <a:bodyPr lIns="90000" rIns="90000" tIns="45000" bIns="45000" anchor="t">
            <a:normAutofit fontScale="625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35" name="PlaceHolder 2"/>
          <p:cNvSpPr>
            <a:spLocks noGrp="1"/>
          </p:cNvSpPr>
          <p:nvPr>
            <p:ph type="title"/>
          </p:nvPr>
        </p:nvSpPr>
        <p:spPr>
          <a:xfrm>
            <a:off x="1242720" y="228600"/>
            <a:ext cx="3870000" cy="1728720"/>
          </a:xfrm>
          <a:prstGeom prst="rect">
            <a:avLst/>
          </a:prstGeom>
          <a:noFill/>
          <a:ln w="0">
            <a:noFill/>
          </a:ln>
        </p:spPr>
        <p:txBody>
          <a:bodyPr lIns="91440" rIns="91440" tIns="91440" bIns="91440" anchor="b">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36" name="PlaceHolder 3"/>
          <p:cNvSpPr>
            <a:spLocks noGrp="1"/>
          </p:cNvSpPr>
          <p:nvPr>
            <p:ph type="title"/>
          </p:nvPr>
        </p:nvSpPr>
        <p:spPr>
          <a:xfrm>
            <a:off x="78480" y="228600"/>
            <a:ext cx="1163520" cy="1106280"/>
          </a:xfrm>
          <a:prstGeom prst="rect">
            <a:avLst/>
          </a:prstGeom>
          <a:noFill/>
          <a:ln w="0">
            <a:noFill/>
          </a:ln>
        </p:spPr>
        <p:txBody>
          <a:bodyPr lIns="91440" rIns="91440" tIns="91440" bIns="91440" anchor="b">
            <a:noAutofit/>
          </a:bodyPr>
          <a:p>
            <a:pPr indent="0" algn="ctr">
              <a:lnSpc>
                <a:spcPct val="100000"/>
              </a:lnSpc>
              <a:buNone/>
            </a:pPr>
            <a:r>
              <a:rPr b="0" i="1" lang="fr-FR" sz="5000" strike="noStrike" u="none">
                <a:solidFill>
                  <a:schemeClr val="accent1"/>
                </a:solidFill>
                <a:effectLst/>
                <a:uFillTx/>
                <a:latin typeface="Roboto Condensed"/>
                <a:ea typeface="Roboto Condensed"/>
              </a:rPr>
              <a:t>xx%</a:t>
            </a:r>
            <a:endParaRPr b="0" lang="fr-FR" sz="5000" strike="noStrike" u="non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38" name="PlaceHolder 2"/>
          <p:cNvSpPr>
            <a:spLocks noGrp="1"/>
          </p:cNvSpPr>
          <p:nvPr>
            <p:ph type="body"/>
          </p:nvPr>
        </p:nvSpPr>
        <p:spPr>
          <a:xfrm>
            <a:off x="720000" y="1278000"/>
            <a:ext cx="7703640" cy="333036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1832400" y="4342320"/>
            <a:ext cx="584028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40" name="PlaceHolder 2"/>
          <p:cNvSpPr>
            <a:spLocks noGrp="1"/>
          </p:cNvSpPr>
          <p:nvPr>
            <p:ph type="body"/>
          </p:nvPr>
        </p:nvSpPr>
        <p:spPr>
          <a:xfrm>
            <a:off x="1464480" y="228600"/>
            <a:ext cx="6214320" cy="264024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221760" y="228600"/>
            <a:ext cx="869328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720000" y="836280"/>
            <a:ext cx="3519360" cy="229572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43" name="PlaceHolder 2"/>
          <p:cNvSpPr>
            <a:spLocks noGrp="1"/>
          </p:cNvSpPr>
          <p:nvPr>
            <p:ph type="body"/>
          </p:nvPr>
        </p:nvSpPr>
        <p:spPr>
          <a:xfrm>
            <a:off x="5273280" y="533880"/>
            <a:ext cx="2909520" cy="4075560"/>
          </a:xfrm>
          <a:prstGeom prst="rect">
            <a:avLst/>
          </a:prstGeom>
          <a:noFill/>
          <a:ln w="0">
            <a:noFill/>
          </a:ln>
        </p:spPr>
        <p:txBody>
          <a:bodyPr lIns="90000" rIns="90000" tIns="45000" bIns="45000" anchor="t">
            <a:normAutofit fontScale="5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1890000" y="1307160"/>
            <a:ext cx="5363640" cy="252900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713160" y="539640"/>
            <a:ext cx="4335840" cy="1288800"/>
          </a:xfrm>
          <a:prstGeom prst="rect">
            <a:avLst/>
          </a:prstGeom>
          <a:noFill/>
          <a:ln w="0">
            <a:noFill/>
          </a:ln>
        </p:spPr>
        <p:txBody>
          <a:bodyPr lIns="91440" rIns="91440" tIns="91440" bIns="91440" anchor="t">
            <a:noAutofit/>
          </a:bodyPr>
          <a:p>
            <a:pPr indent="0">
              <a:buNone/>
            </a:pPr>
            <a:r>
              <a:rPr b="0" lang="fr-FR" sz="4000" strike="noStrike" u="none">
                <a:solidFill>
                  <a:schemeClr val="dk1"/>
                </a:solidFill>
                <a:effectLst/>
                <a:uFillTx/>
                <a:latin typeface="Arial"/>
              </a:rPr>
              <a:t>Click to edit the title text format</a:t>
            </a:r>
            <a:endParaRPr b="0" lang="fr-FR" sz="4000" strike="noStrike" u="none">
              <a:solidFill>
                <a:schemeClr val="dk1"/>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46"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47" name="PlaceHolder 2"/>
          <p:cNvSpPr>
            <a:spLocks noGrp="1"/>
          </p:cNvSpPr>
          <p:nvPr>
            <p:ph type="title"/>
          </p:nvPr>
        </p:nvSpPr>
        <p:spPr>
          <a:xfrm>
            <a:off x="228600" y="228600"/>
            <a:ext cx="3260160" cy="1052280"/>
          </a:xfrm>
          <a:prstGeom prst="rect">
            <a:avLst/>
          </a:prstGeom>
          <a:solidFill>
            <a:schemeClr val="lt1"/>
          </a:solidFill>
          <a:ln w="0">
            <a:noFill/>
          </a:ln>
        </p:spPr>
        <p:txBody>
          <a:bodyPr lIns="91440" rIns="91440" tIns="91440" bIns="91440" anchor="ctr">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48" name="Google Shape;113;p23"/>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9"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50" name="Google Shape;116;p24"/>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51"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52"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2"/>
    <p:sldLayoutId id="2147483670" r:id="rId3"/>
    <p:sldLayoutId id="214748367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114480" y="219240"/>
            <a:ext cx="3771720" cy="2485800"/>
          </a:xfrm>
          <a:prstGeom prst="rect">
            <a:avLst/>
          </a:prstGeom>
          <a:noFill/>
          <a:ln w="0">
            <a:noFill/>
          </a:ln>
        </p:spPr>
        <p:txBody>
          <a:bodyPr lIns="91440" rIns="91440" tIns="91440" bIns="91440" anchor="t">
            <a:normAutofit/>
          </a:bodyPr>
          <a:p>
            <a:pPr indent="0">
              <a:lnSpc>
                <a:spcPct val="100000"/>
              </a:lnSpc>
              <a:buNone/>
              <a:tabLst>
                <a:tab algn="l" pos="0"/>
              </a:tabLst>
            </a:pPr>
            <a:r>
              <a:rPr b="0" lang="en-US" sz="4500" strike="noStrike" u="none">
                <a:solidFill>
                  <a:schemeClr val="dk1"/>
                </a:solidFill>
                <a:effectLst/>
                <a:uFillTx/>
                <a:latin typeface="Roboto Condensed"/>
                <a:ea typeface="Roboto Condensed"/>
              </a:rPr>
              <a:t>KM Mini</a:t>
            </a:r>
            <a:r>
              <a:rPr b="0" i="1" lang="en-US" sz="4500" strike="noStrike" u="none">
                <a:solidFill>
                  <a:schemeClr val="dk1"/>
                </a:solidFill>
                <a:effectLst/>
                <a:uFillTx/>
                <a:latin typeface="Roboto Condensed"/>
                <a:ea typeface="Roboto Condensed"/>
              </a:rPr>
              <a:t> Drive</a:t>
            </a:r>
            <a:endParaRPr b="0" lang="fr-FR" sz="4500" strike="noStrike" u="none">
              <a:solidFill>
                <a:schemeClr val="dk1"/>
              </a:solidFill>
              <a:effectLst/>
              <a:uFillTx/>
              <a:latin typeface="Arial"/>
            </a:endParaRPr>
          </a:p>
        </p:txBody>
      </p:sp>
      <p:sp>
        <p:nvSpPr>
          <p:cNvPr id="54" name="Google Shape;124;p25" title="woman-teaching-classroom (3).jpg"/>
          <p:cNvSpPr/>
          <p:nvPr/>
        </p:nvSpPr>
        <p:spPr>
          <a:xfrm>
            <a:off x="4448520" y="419760"/>
            <a:ext cx="4162320" cy="4162320"/>
          </a:xfrm>
          <a:prstGeom prst="ellipse">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cxnSp>
        <p:nvCxnSpPr>
          <p:cNvPr id="55" name="Google Shape;125;p25"/>
          <p:cNvCxnSpPr/>
          <p:nvPr/>
        </p:nvCxnSpPr>
        <p:spPr>
          <a:xfrm>
            <a:off x="-24120" y="4914720"/>
            <a:ext cx="9284040" cy="360"/>
          </a:xfrm>
          <a:prstGeom prst="straightConnector1">
            <a:avLst/>
          </a:prstGeom>
          <a:ln w="9525">
            <a:solidFill>
              <a:srgbClr val="aaa9a6"/>
            </a:solidFill>
            <a:round/>
          </a:ln>
        </p:spPr>
      </p:cxnSp>
      <p:sp>
        <p:nvSpPr>
          <p:cNvPr id="56" name="Google Shape;126;p25"/>
          <p:cNvSpPr/>
          <p:nvPr/>
        </p:nvSpPr>
        <p:spPr>
          <a:xfrm rot="16200000">
            <a:off x="-780840" y="3543480"/>
            <a:ext cx="2152440" cy="22824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 sz="1000" strike="noStrike" u="none">
                <a:solidFill>
                  <a:schemeClr val="dk2"/>
                </a:solidFill>
                <a:effectLst/>
                <a:uFillTx/>
                <a:latin typeface="Arial"/>
              </a:rPr>
              <a:t>School center name</a:t>
            </a:r>
            <a:endParaRPr b="0" lang="en-US" sz="1000" strike="noStrike" u="none">
              <a:solidFill>
                <a:srgbClr val="000000"/>
              </a:solidFill>
              <a:effectLst/>
              <a:uFillTx/>
              <a:latin typeface="OpenSymbol"/>
            </a:endParaRPr>
          </a:p>
        </p:txBody>
      </p:sp>
      <p:sp>
        <p:nvSpPr>
          <p:cNvPr id="57" name="PlaceHolder 2"/>
          <p:cNvSpPr>
            <a:spLocks noGrp="1"/>
          </p:cNvSpPr>
          <p:nvPr>
            <p:ph type="subTitle"/>
          </p:nvPr>
        </p:nvSpPr>
        <p:spPr>
          <a:xfrm>
            <a:off x="1552680" y="3876840"/>
            <a:ext cx="2018880" cy="856800"/>
          </a:xfrm>
          <a:prstGeom prst="rect">
            <a:avLst/>
          </a:prstGeom>
          <a:noFill/>
          <a:ln w="0">
            <a:noFill/>
          </a:ln>
        </p:spPr>
        <p:txBody>
          <a:bodyPr lIns="91440" rIns="91440" tIns="91440" bIns="91440" anchor="t">
            <a:normAutofit/>
          </a:bodyPr>
          <a:p>
            <a:pPr algn="r">
              <a:lnSpc>
                <a:spcPct val="100000"/>
              </a:lnSpc>
              <a:tabLst>
                <a:tab algn="l" pos="0"/>
              </a:tabLst>
            </a:pPr>
            <a:r>
              <a:rPr b="0" lang="en-US" sz="1600" strike="noStrike" u="none">
                <a:solidFill>
                  <a:schemeClr val="dk2"/>
                </a:solidFill>
                <a:effectLst/>
                <a:uFillTx/>
                <a:latin typeface="Nunito"/>
                <a:ea typeface="Nunito"/>
              </a:rPr>
              <a:t>A Scalable Cloud Storage Solution</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228600" y="4343400"/>
            <a:ext cx="6219360" cy="57132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0" lang="en-US" sz="3000" strike="noStrike" u="none">
                <a:solidFill>
                  <a:schemeClr val="dk1"/>
                </a:solidFill>
                <a:effectLst/>
                <a:uFillTx/>
                <a:latin typeface="Roboto Condensed"/>
                <a:ea typeface="Roboto Condensed"/>
              </a:rPr>
              <a:t>Introduction</a:t>
            </a:r>
            <a:endParaRPr b="0" lang="fr-FR" sz="3000" strike="noStrike" u="none">
              <a:solidFill>
                <a:schemeClr val="dk1"/>
              </a:solidFill>
              <a:effectLst/>
              <a:uFillTx/>
              <a:latin typeface="Arial"/>
            </a:endParaRPr>
          </a:p>
        </p:txBody>
      </p:sp>
      <p:sp>
        <p:nvSpPr>
          <p:cNvPr id="59" name="PlaceHolder 2"/>
          <p:cNvSpPr>
            <a:spLocks noGrp="1"/>
          </p:cNvSpPr>
          <p:nvPr>
            <p:ph type="subTitle"/>
          </p:nvPr>
        </p:nvSpPr>
        <p:spPr>
          <a:xfrm>
            <a:off x="3610080" y="990720"/>
            <a:ext cx="4990680" cy="3095280"/>
          </a:xfrm>
          <a:prstGeom prst="rect">
            <a:avLst/>
          </a:prstGeom>
          <a:noFill/>
          <a:ln w="0">
            <a:noFill/>
          </a:ln>
        </p:spPr>
        <p:txBody>
          <a:bodyPr lIns="91440" rIns="91440" tIns="91440" bIns="91440" anchor="b">
            <a:normAutofit/>
          </a:bodyPr>
          <a:p>
            <a:pPr indent="0">
              <a:lnSpc>
                <a:spcPct val="150000"/>
              </a:lnSpc>
              <a:buNone/>
              <a:tabLst>
                <a:tab algn="l" pos="0"/>
              </a:tabLst>
            </a:pPr>
            <a:r>
              <a:rPr b="0" lang="en-US" sz="1100" strike="noStrike" u="none">
                <a:solidFill>
                  <a:schemeClr val="dk1"/>
                </a:solidFill>
                <a:effectLst/>
                <a:uFillTx/>
                <a:latin typeface="Nunito"/>
                <a:ea typeface="Nunito"/>
              </a:rPr>
              <a:t>KM Mini Drive is a cloud-based file storage system inspired by Google Drive. It leverages AWS services to provide users with secure, accessible, and scalable file storage. The project aims to replicate core Google Drive features for educational purposes and hands-on experience with cloud technology.</a:t>
            </a:r>
            <a:endParaRPr b="0" lang="en-US" sz="1100" strike="noStrike" u="none">
              <a:solidFill>
                <a:srgbClr val="000000"/>
              </a:solidFill>
              <a:effectLst/>
              <a:uFillTx/>
              <a:latin typeface="OpenSymbol"/>
            </a:endParaRPr>
          </a:p>
        </p:txBody>
      </p:sp>
      <p:cxnSp>
        <p:nvCxnSpPr>
          <p:cNvPr id="60" name="Google Shape;258;p31"/>
          <p:cNvCxnSpPr/>
          <p:nvPr/>
        </p:nvCxnSpPr>
        <p:spPr>
          <a:xfrm>
            <a:off x="-80280" y="4214160"/>
            <a:ext cx="9253080" cy="360"/>
          </a:xfrm>
          <a:prstGeom prst="straightConnector1">
            <a:avLst/>
          </a:prstGeom>
          <a:ln w="9525">
            <a:solidFill>
              <a:srgbClr val="020603"/>
            </a:solidFill>
            <a:round/>
          </a:ln>
        </p:spPr>
      </p:cxn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228600" y="200160"/>
            <a:ext cx="5600520" cy="1018800"/>
          </a:xfrm>
          <a:prstGeom prst="rect">
            <a:avLst/>
          </a:prstGeom>
          <a:noFill/>
          <a:ln w="0">
            <a:noFill/>
          </a:ln>
        </p:spPr>
        <p:txBody>
          <a:bodyPr lIns="91440" rIns="91440" tIns="91440" bIns="91440" anchor="b">
            <a:normAutofit/>
          </a:bodyPr>
          <a:p>
            <a:pPr indent="0">
              <a:lnSpc>
                <a:spcPct val="100000"/>
              </a:lnSpc>
              <a:buNone/>
              <a:tabLst>
                <a:tab algn="l" pos="0"/>
              </a:tabLst>
            </a:pPr>
            <a:r>
              <a:rPr b="0" lang="en-US" sz="3000" strike="noStrike" u="none">
                <a:solidFill>
                  <a:schemeClr val="dk1"/>
                </a:solidFill>
                <a:effectLst/>
                <a:uFillTx/>
                <a:latin typeface="Roboto Condensed"/>
                <a:ea typeface="Roboto Condensed"/>
              </a:rPr>
              <a:t>Project Overview</a:t>
            </a:r>
            <a:endParaRPr b="0" lang="fr-FR" sz="3000" strike="noStrike" u="none">
              <a:solidFill>
                <a:schemeClr val="dk1"/>
              </a:solidFill>
              <a:effectLst/>
              <a:uFillTx/>
              <a:latin typeface="Arial"/>
            </a:endParaRPr>
          </a:p>
        </p:txBody>
      </p:sp>
      <p:sp>
        <p:nvSpPr>
          <p:cNvPr id="62" name="PlaceHolder 2"/>
          <p:cNvSpPr>
            <a:spLocks noGrp="1"/>
          </p:cNvSpPr>
          <p:nvPr>
            <p:ph type="subTitle"/>
          </p:nvPr>
        </p:nvSpPr>
        <p:spPr>
          <a:xfrm>
            <a:off x="714240" y="1085400"/>
            <a:ext cx="5028840" cy="3591000"/>
          </a:xfrm>
          <a:prstGeom prst="rect">
            <a:avLst/>
          </a:prstGeom>
          <a:noFill/>
          <a:ln w="0">
            <a:noFill/>
          </a:ln>
        </p:spPr>
        <p:txBody>
          <a:bodyPr lIns="91440" rIns="91440" tIns="91440" bIns="91440" anchor="b">
            <a:spAutoFit/>
          </a:bodyPr>
          <a:p>
            <a:pPr indent="0" algn="ctr">
              <a:buNone/>
            </a:pPr>
            <a:endParaRPr b="0" lang="en-US" sz="1400" strike="noStrike" u="none">
              <a:solidFill>
                <a:schemeClr val="dk1"/>
              </a:solidFill>
              <a:effectLst/>
              <a:uFillTx/>
              <a:latin typeface="Nunito"/>
              <a:ea typeface="Nunito"/>
            </a:endParaRPr>
          </a:p>
        </p:txBody>
      </p:sp>
      <p:cxnSp>
        <p:nvCxnSpPr>
          <p:cNvPr id="63" name="Google Shape;326;p37"/>
          <p:cNvCxnSpPr/>
          <p:nvPr/>
        </p:nvCxnSpPr>
        <p:spPr>
          <a:xfrm flipH="1">
            <a:off x="0" y="1366920"/>
            <a:ext cx="9174240" cy="360"/>
          </a:xfrm>
          <a:prstGeom prst="straightConnector1">
            <a:avLst/>
          </a:prstGeom>
          <a:ln w="9525">
            <a:solidFill>
              <a:srgbClr val="020603"/>
            </a:solidFill>
            <a:round/>
          </a:ln>
        </p:spPr>
      </p:cxnSp>
      <p:pic>
        <p:nvPicPr>
          <p:cNvPr id="64" name="Google Shape;327;p37" descr=""/>
          <p:cNvPicPr/>
          <p:nvPr/>
        </p:nvPicPr>
        <p:blipFill>
          <a:blip r:embed="rId1"/>
          <a:srcRect l="32990" t="0" r="32995" b="0"/>
          <a:stretch/>
        </p:blipFill>
        <p:spPr>
          <a:xfrm>
            <a:off x="6014880" y="-12960"/>
            <a:ext cx="3128760" cy="51559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228600" y="4343400"/>
            <a:ext cx="6219360" cy="57132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0" lang="en-US" sz="3000" strike="noStrike" u="none">
                <a:solidFill>
                  <a:schemeClr val="dk1"/>
                </a:solidFill>
                <a:effectLst/>
                <a:uFillTx/>
                <a:latin typeface="Roboto Condensed"/>
                <a:ea typeface="Roboto Condensed"/>
              </a:rPr>
              <a:t>KM Mini Drive concept and purpose</a:t>
            </a:r>
            <a:endParaRPr b="0" lang="fr-FR" sz="3000" strike="noStrike" u="none">
              <a:solidFill>
                <a:schemeClr val="dk1"/>
              </a:solidFill>
              <a:effectLst/>
              <a:uFillTx/>
              <a:latin typeface="Arial"/>
            </a:endParaRPr>
          </a:p>
        </p:txBody>
      </p:sp>
      <p:sp>
        <p:nvSpPr>
          <p:cNvPr id="66" name="PlaceHolder 2"/>
          <p:cNvSpPr>
            <a:spLocks noGrp="1"/>
          </p:cNvSpPr>
          <p:nvPr>
            <p:ph type="subTitle"/>
          </p:nvPr>
        </p:nvSpPr>
        <p:spPr>
          <a:xfrm>
            <a:off x="3610080" y="990720"/>
            <a:ext cx="4990680" cy="3095280"/>
          </a:xfrm>
          <a:prstGeom prst="rect">
            <a:avLst/>
          </a:prstGeom>
          <a:noFill/>
          <a:ln w="0">
            <a:noFill/>
          </a:ln>
        </p:spPr>
        <p:txBody>
          <a:bodyPr lIns="91440" rIns="91440" tIns="91440" bIns="91440" anchor="b">
            <a:normAutofit/>
          </a:bodyPr>
          <a:p>
            <a:pPr indent="0">
              <a:lnSpc>
                <a:spcPct val="150000"/>
              </a:lnSpc>
              <a:buNone/>
              <a:tabLst>
                <a:tab algn="l" pos="0"/>
              </a:tabLst>
            </a:pPr>
            <a:r>
              <a:rPr b="0" lang="en-US" sz="1100" strike="noStrike" u="none">
                <a:solidFill>
                  <a:schemeClr val="dk1"/>
                </a:solidFill>
                <a:effectLst/>
                <a:uFillTx/>
                <a:latin typeface="Nunito"/>
                <a:ea typeface="Nunito"/>
              </a:rPr>
              <a:t>KM Mini Drive is designed to offer a simplified yet robust cloud storage platform. Its main purpose is to enable users to upload, download, share, and manage files securely. The project serves as a learning tool to understand cloud infrastructure and real-world file-sharing workflows.</a:t>
            </a:r>
            <a:endParaRPr b="0" lang="en-US" sz="1100" strike="noStrike" u="none">
              <a:solidFill>
                <a:srgbClr val="000000"/>
              </a:solidFill>
              <a:effectLst/>
              <a:uFillTx/>
              <a:latin typeface="OpenSymbol"/>
            </a:endParaRPr>
          </a:p>
        </p:txBody>
      </p:sp>
      <p:cxnSp>
        <p:nvCxnSpPr>
          <p:cNvPr id="67" name="Google Shape;258;p31"/>
          <p:cNvCxnSpPr/>
          <p:nvPr/>
        </p:nvCxnSpPr>
        <p:spPr>
          <a:xfrm>
            <a:off x="-80280" y="4214160"/>
            <a:ext cx="9253080" cy="360"/>
          </a:xfrm>
          <a:prstGeom prst="straightConnector1">
            <a:avLst/>
          </a:prstGeom>
          <a:ln w="9525">
            <a:solidFill>
              <a:srgbClr val="020603"/>
            </a:solidFill>
            <a:round/>
          </a:ln>
        </p:spPr>
      </p:cxn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228600" y="200160"/>
            <a:ext cx="5600520" cy="1018800"/>
          </a:xfrm>
          <a:prstGeom prst="rect">
            <a:avLst/>
          </a:prstGeom>
          <a:noFill/>
          <a:ln w="0">
            <a:noFill/>
          </a:ln>
        </p:spPr>
        <p:txBody>
          <a:bodyPr lIns="91440" rIns="91440" tIns="91440" bIns="91440" anchor="b">
            <a:normAutofit/>
          </a:bodyPr>
          <a:p>
            <a:pPr indent="0">
              <a:lnSpc>
                <a:spcPct val="100000"/>
              </a:lnSpc>
              <a:buNone/>
              <a:tabLst>
                <a:tab algn="l" pos="0"/>
              </a:tabLst>
            </a:pPr>
            <a:r>
              <a:rPr b="0" lang="en-US" sz="3000" strike="noStrike" u="none">
                <a:solidFill>
                  <a:schemeClr val="dk1"/>
                </a:solidFill>
                <a:effectLst/>
                <a:uFillTx/>
                <a:latin typeface="Roboto Condensed"/>
                <a:ea typeface="Roboto Condensed"/>
              </a:rPr>
              <a:t>Core AWS technologies used</a:t>
            </a:r>
            <a:endParaRPr b="0" lang="fr-FR" sz="3000" strike="noStrike" u="none">
              <a:solidFill>
                <a:schemeClr val="dk1"/>
              </a:solidFill>
              <a:effectLst/>
              <a:uFillTx/>
              <a:latin typeface="Arial"/>
            </a:endParaRPr>
          </a:p>
        </p:txBody>
      </p:sp>
      <p:sp>
        <p:nvSpPr>
          <p:cNvPr id="69" name="PlaceHolder 2"/>
          <p:cNvSpPr>
            <a:spLocks noGrp="1"/>
          </p:cNvSpPr>
          <p:nvPr>
            <p:ph type="subTitle"/>
          </p:nvPr>
        </p:nvSpPr>
        <p:spPr>
          <a:xfrm>
            <a:off x="714240" y="1085760"/>
            <a:ext cx="5028840" cy="3590640"/>
          </a:xfrm>
          <a:prstGeom prst="rect">
            <a:avLst/>
          </a:prstGeom>
          <a:noFill/>
          <a:ln w="0">
            <a:noFill/>
          </a:ln>
        </p:spPr>
        <p:txBody>
          <a:bodyPr lIns="91440" rIns="91440" tIns="91440" bIns="91440" anchor="b">
            <a:normAutofit/>
          </a:bodyPr>
          <a:p>
            <a:pPr marL="457200" indent="-333360">
              <a:lnSpc>
                <a:spcPct val="150000"/>
              </a:lnSpc>
              <a:buNone/>
              <a:tabLst>
                <a:tab algn="l" pos="0"/>
              </a:tabLst>
            </a:pPr>
            <a:r>
              <a:rPr b="0" lang="en-US" sz="1200" strike="noStrike" u="none">
                <a:solidFill>
                  <a:schemeClr val="dk1"/>
                </a:solidFill>
                <a:effectLst/>
                <a:uFillTx/>
                <a:latin typeface="Nunito"/>
                <a:ea typeface="Nunito"/>
              </a:rPr>
              <a:t>This project utilizes EC2 for hosting the backend server and MariaDB for database management of user credentials and file metadata. Amazon S3 stores user files and hosts the static website, while IAM roles and bucket policies maintain secure and controlled access across services.</a:t>
            </a:r>
            <a:endParaRPr b="0" lang="en-US" sz="1200" strike="noStrike" u="none">
              <a:solidFill>
                <a:srgbClr val="000000"/>
              </a:solidFill>
              <a:effectLst/>
              <a:uFillTx/>
              <a:latin typeface="OpenSymbol"/>
            </a:endParaRPr>
          </a:p>
        </p:txBody>
      </p:sp>
      <p:cxnSp>
        <p:nvCxnSpPr>
          <p:cNvPr id="70" name="Google Shape;326;p37"/>
          <p:cNvCxnSpPr/>
          <p:nvPr/>
        </p:nvCxnSpPr>
        <p:spPr>
          <a:xfrm flipH="1">
            <a:off x="0" y="1366920"/>
            <a:ext cx="9174240" cy="360"/>
          </a:xfrm>
          <a:prstGeom prst="straightConnector1">
            <a:avLst/>
          </a:prstGeom>
          <a:ln w="9525">
            <a:solidFill>
              <a:srgbClr val="020603"/>
            </a:solidFill>
            <a:round/>
          </a:ln>
        </p:spPr>
      </p:cxnSp>
      <p:pic>
        <p:nvPicPr>
          <p:cNvPr id="71" name="Google Shape;327;p37" descr=""/>
          <p:cNvPicPr/>
          <p:nvPr/>
        </p:nvPicPr>
        <p:blipFill>
          <a:blip r:embed="rId1"/>
          <a:srcRect l="32990" t="0" r="32995" b="0"/>
          <a:stretch/>
        </p:blipFill>
        <p:spPr>
          <a:xfrm>
            <a:off x="6014880" y="-12960"/>
            <a:ext cx="3128760" cy="515592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228600" y="4343400"/>
            <a:ext cx="6219360" cy="57132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0" lang="en-US" sz="3000" strike="noStrike" u="none">
                <a:solidFill>
                  <a:schemeClr val="dk1"/>
                </a:solidFill>
                <a:effectLst/>
                <a:uFillTx/>
                <a:latin typeface="Roboto Condensed"/>
                <a:ea typeface="Roboto Condensed"/>
              </a:rPr>
              <a:t>Objective of the project</a:t>
            </a:r>
            <a:endParaRPr b="0" lang="fr-FR" sz="3000" strike="noStrike" u="none">
              <a:solidFill>
                <a:schemeClr val="dk1"/>
              </a:solidFill>
              <a:effectLst/>
              <a:uFillTx/>
              <a:latin typeface="Arial"/>
            </a:endParaRPr>
          </a:p>
        </p:txBody>
      </p:sp>
      <p:sp>
        <p:nvSpPr>
          <p:cNvPr id="73" name="PlaceHolder 2"/>
          <p:cNvSpPr>
            <a:spLocks noGrp="1"/>
          </p:cNvSpPr>
          <p:nvPr>
            <p:ph type="subTitle"/>
          </p:nvPr>
        </p:nvSpPr>
        <p:spPr>
          <a:xfrm>
            <a:off x="3610080" y="990720"/>
            <a:ext cx="4990680" cy="3095280"/>
          </a:xfrm>
          <a:prstGeom prst="rect">
            <a:avLst/>
          </a:prstGeom>
          <a:noFill/>
          <a:ln w="0">
            <a:noFill/>
          </a:ln>
        </p:spPr>
        <p:txBody>
          <a:bodyPr lIns="91440" rIns="91440" tIns="91440" bIns="91440" anchor="b">
            <a:normAutofit/>
          </a:bodyPr>
          <a:p>
            <a:pPr indent="0">
              <a:lnSpc>
                <a:spcPct val="150000"/>
              </a:lnSpc>
              <a:buNone/>
              <a:tabLst>
                <a:tab algn="l" pos="0"/>
              </a:tabLst>
            </a:pPr>
            <a:r>
              <a:rPr b="0" lang="en-US" sz="1100" strike="noStrike" u="none">
                <a:solidFill>
                  <a:schemeClr val="dk1"/>
                </a:solidFill>
                <a:effectLst/>
                <a:uFillTx/>
                <a:latin typeface="Nunito"/>
                <a:ea typeface="Nunito"/>
              </a:rPr>
              <a:t>The project aims to replicate the core functionalities of Google Drive using AWS cloud services. It is designed for educational purposes to provide hands-on experience in building a scalable, secure, and accessible file storage system. The goal is to combine simplicity with AWS technologies such as EC2, S3, IAM, and MariaDB.</a:t>
            </a:r>
            <a:endParaRPr b="0" lang="en-US" sz="1100" strike="noStrike" u="none">
              <a:solidFill>
                <a:srgbClr val="000000"/>
              </a:solidFill>
              <a:effectLst/>
              <a:uFillTx/>
              <a:latin typeface="OpenSymbol"/>
            </a:endParaRPr>
          </a:p>
        </p:txBody>
      </p:sp>
      <p:cxnSp>
        <p:nvCxnSpPr>
          <p:cNvPr id="74" name="Google Shape;258;p31"/>
          <p:cNvCxnSpPr/>
          <p:nvPr/>
        </p:nvCxnSpPr>
        <p:spPr>
          <a:xfrm>
            <a:off x="-80280" y="4214160"/>
            <a:ext cx="9253080" cy="360"/>
          </a:xfrm>
          <a:prstGeom prst="straightConnector1">
            <a:avLst/>
          </a:prstGeom>
          <a:ln w="9525">
            <a:solidFill>
              <a:srgbClr val="020603"/>
            </a:solidFill>
            <a:round/>
          </a:ln>
        </p:spPr>
      </p:cxn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228600" y="200160"/>
            <a:ext cx="5600520" cy="1018800"/>
          </a:xfrm>
          <a:prstGeom prst="rect">
            <a:avLst/>
          </a:prstGeom>
          <a:noFill/>
          <a:ln w="0">
            <a:noFill/>
          </a:ln>
        </p:spPr>
        <p:txBody>
          <a:bodyPr lIns="91440" rIns="91440" tIns="91440" bIns="91440" anchor="b">
            <a:normAutofit/>
          </a:bodyPr>
          <a:p>
            <a:pPr indent="0">
              <a:lnSpc>
                <a:spcPct val="100000"/>
              </a:lnSpc>
              <a:buNone/>
              <a:tabLst>
                <a:tab algn="l" pos="0"/>
              </a:tabLst>
            </a:pPr>
            <a:r>
              <a:rPr b="0" lang="en-US" sz="3000" strike="noStrike" u="none">
                <a:solidFill>
                  <a:schemeClr val="dk1"/>
                </a:solidFill>
                <a:effectLst/>
                <a:uFillTx/>
                <a:latin typeface="Roboto Condensed"/>
                <a:ea typeface="Roboto Condensed"/>
              </a:rPr>
              <a:t>Implementation Details</a:t>
            </a:r>
            <a:endParaRPr b="0" lang="fr-FR" sz="3000" strike="noStrike" u="none">
              <a:solidFill>
                <a:schemeClr val="dk1"/>
              </a:solidFill>
              <a:effectLst/>
              <a:uFillTx/>
              <a:latin typeface="Arial"/>
            </a:endParaRPr>
          </a:p>
        </p:txBody>
      </p:sp>
      <p:sp>
        <p:nvSpPr>
          <p:cNvPr id="76" name="PlaceHolder 2"/>
          <p:cNvSpPr>
            <a:spLocks noGrp="1"/>
          </p:cNvSpPr>
          <p:nvPr>
            <p:ph type="subTitle"/>
          </p:nvPr>
        </p:nvSpPr>
        <p:spPr>
          <a:xfrm>
            <a:off x="714240" y="1085400"/>
            <a:ext cx="5028840" cy="3591000"/>
          </a:xfrm>
          <a:prstGeom prst="rect">
            <a:avLst/>
          </a:prstGeom>
          <a:noFill/>
          <a:ln w="0">
            <a:noFill/>
          </a:ln>
        </p:spPr>
        <p:txBody>
          <a:bodyPr lIns="91440" rIns="91440" tIns="91440" bIns="91440" anchor="b">
            <a:spAutoFit/>
          </a:bodyPr>
          <a:p>
            <a:pPr indent="0" algn="ctr">
              <a:buNone/>
            </a:pPr>
            <a:endParaRPr b="0" lang="en-US" sz="1400" strike="noStrike" u="none">
              <a:solidFill>
                <a:schemeClr val="dk1"/>
              </a:solidFill>
              <a:effectLst/>
              <a:uFillTx/>
              <a:latin typeface="Nunito"/>
              <a:ea typeface="Nunito"/>
            </a:endParaRPr>
          </a:p>
        </p:txBody>
      </p:sp>
      <p:cxnSp>
        <p:nvCxnSpPr>
          <p:cNvPr id="77" name="Google Shape;326;p37"/>
          <p:cNvCxnSpPr/>
          <p:nvPr/>
        </p:nvCxnSpPr>
        <p:spPr>
          <a:xfrm flipH="1">
            <a:off x="0" y="1366920"/>
            <a:ext cx="9174240" cy="360"/>
          </a:xfrm>
          <a:prstGeom prst="straightConnector1">
            <a:avLst/>
          </a:prstGeom>
          <a:ln w="9525">
            <a:solidFill>
              <a:srgbClr val="020603"/>
            </a:solidFill>
            <a:round/>
          </a:ln>
        </p:spPr>
      </p:cxnSp>
      <p:pic>
        <p:nvPicPr>
          <p:cNvPr id="78" name="Google Shape;327;p37" descr=""/>
          <p:cNvPicPr/>
          <p:nvPr/>
        </p:nvPicPr>
        <p:blipFill>
          <a:blip r:embed="rId1"/>
          <a:srcRect l="32990" t="0" r="32995" b="0"/>
          <a:stretch/>
        </p:blipFill>
        <p:spPr>
          <a:xfrm>
            <a:off x="6014880" y="-12960"/>
            <a:ext cx="3128760" cy="51559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228600" y="4343400"/>
            <a:ext cx="6219360" cy="57132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0" lang="en-US" sz="3000" strike="noStrike" u="none">
                <a:solidFill>
                  <a:schemeClr val="dk1"/>
                </a:solidFill>
                <a:effectLst/>
                <a:uFillTx/>
                <a:latin typeface="Roboto Condensed"/>
                <a:ea typeface="Roboto Condensed"/>
              </a:rPr>
              <a:t>Architecture and components</a:t>
            </a:r>
            <a:endParaRPr b="0" lang="fr-FR" sz="3000" strike="noStrike" u="none">
              <a:solidFill>
                <a:schemeClr val="dk1"/>
              </a:solidFill>
              <a:effectLst/>
              <a:uFillTx/>
              <a:latin typeface="Arial"/>
            </a:endParaRPr>
          </a:p>
        </p:txBody>
      </p:sp>
      <p:sp>
        <p:nvSpPr>
          <p:cNvPr id="80" name="PlaceHolder 2"/>
          <p:cNvSpPr>
            <a:spLocks noGrp="1"/>
          </p:cNvSpPr>
          <p:nvPr>
            <p:ph type="subTitle"/>
          </p:nvPr>
        </p:nvSpPr>
        <p:spPr>
          <a:xfrm>
            <a:off x="3610080" y="990720"/>
            <a:ext cx="4990680" cy="3095280"/>
          </a:xfrm>
          <a:prstGeom prst="rect">
            <a:avLst/>
          </a:prstGeom>
          <a:noFill/>
          <a:ln w="0">
            <a:noFill/>
          </a:ln>
        </p:spPr>
        <p:txBody>
          <a:bodyPr lIns="91440" rIns="91440" tIns="91440" bIns="91440" anchor="b">
            <a:normAutofit/>
          </a:bodyPr>
          <a:p>
            <a:pPr indent="0">
              <a:lnSpc>
                <a:spcPct val="150000"/>
              </a:lnSpc>
              <a:buNone/>
              <a:tabLst>
                <a:tab algn="l" pos="0"/>
              </a:tabLst>
            </a:pPr>
            <a:r>
              <a:rPr b="0" lang="en-US" sz="1100" strike="noStrike" u="none">
                <a:solidFill>
                  <a:schemeClr val="dk1"/>
                </a:solidFill>
                <a:effectLst/>
                <a:uFillTx/>
                <a:latin typeface="Nunito"/>
                <a:ea typeface="Nunito"/>
              </a:rPr>
              <a:t>The architecture relies on an EC2 instance as the backend server, with MariaDB managing user data and file metadata. Amazon S3 is used to store user files and host a static website for login and upload interfaces. Bucket policies and IAM roles ensure controlled and secure access to resources, creating a seamless cloud storage environment.</a:t>
            </a:r>
            <a:endParaRPr b="0" lang="en-US" sz="1100" strike="noStrike" u="none">
              <a:solidFill>
                <a:srgbClr val="000000"/>
              </a:solidFill>
              <a:effectLst/>
              <a:uFillTx/>
              <a:latin typeface="OpenSymbol"/>
            </a:endParaRPr>
          </a:p>
        </p:txBody>
      </p:sp>
      <p:cxnSp>
        <p:nvCxnSpPr>
          <p:cNvPr id="81" name="Google Shape;258;p31"/>
          <p:cNvCxnSpPr/>
          <p:nvPr/>
        </p:nvCxnSpPr>
        <p:spPr>
          <a:xfrm>
            <a:off x="-80280" y="4214160"/>
            <a:ext cx="9253080" cy="360"/>
          </a:xfrm>
          <a:prstGeom prst="straightConnector1">
            <a:avLst/>
          </a:prstGeom>
          <a:ln w="9525">
            <a:solidFill>
              <a:srgbClr val="020603"/>
            </a:solidFill>
            <a:round/>
          </a:ln>
        </p:spPr>
      </p:cxn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228600" y="200160"/>
            <a:ext cx="5600520" cy="1018800"/>
          </a:xfrm>
          <a:prstGeom prst="rect">
            <a:avLst/>
          </a:prstGeom>
          <a:noFill/>
          <a:ln w="0">
            <a:noFill/>
          </a:ln>
        </p:spPr>
        <p:txBody>
          <a:bodyPr lIns="91440" rIns="91440" tIns="91440" bIns="91440" anchor="b">
            <a:normAutofit/>
          </a:bodyPr>
          <a:p>
            <a:pPr indent="0">
              <a:lnSpc>
                <a:spcPct val="100000"/>
              </a:lnSpc>
              <a:buNone/>
              <a:tabLst>
                <a:tab algn="l" pos="0"/>
              </a:tabLst>
            </a:pPr>
            <a:r>
              <a:rPr b="0" lang="en-US" sz="3000" strike="noStrike" u="none">
                <a:solidFill>
                  <a:schemeClr val="dk1"/>
                </a:solidFill>
                <a:effectLst/>
                <a:uFillTx/>
                <a:latin typeface="Roboto Condensed"/>
                <a:ea typeface="Roboto Condensed"/>
              </a:rPr>
              <a:t>Key features and user functionalities</a:t>
            </a:r>
            <a:endParaRPr b="0" lang="fr-FR" sz="3000" strike="noStrike" u="none">
              <a:solidFill>
                <a:schemeClr val="dk1"/>
              </a:solidFill>
              <a:effectLst/>
              <a:uFillTx/>
              <a:latin typeface="Arial"/>
            </a:endParaRPr>
          </a:p>
        </p:txBody>
      </p:sp>
      <p:sp>
        <p:nvSpPr>
          <p:cNvPr id="83" name="PlaceHolder 2"/>
          <p:cNvSpPr>
            <a:spLocks noGrp="1"/>
          </p:cNvSpPr>
          <p:nvPr>
            <p:ph type="subTitle"/>
          </p:nvPr>
        </p:nvSpPr>
        <p:spPr>
          <a:xfrm>
            <a:off x="714240" y="1085760"/>
            <a:ext cx="5028840" cy="3590640"/>
          </a:xfrm>
          <a:prstGeom prst="rect">
            <a:avLst/>
          </a:prstGeom>
          <a:noFill/>
          <a:ln w="0">
            <a:noFill/>
          </a:ln>
        </p:spPr>
        <p:txBody>
          <a:bodyPr lIns="91440" rIns="91440" tIns="91440" bIns="91440" anchor="b">
            <a:normAutofit/>
          </a:bodyPr>
          <a:p>
            <a:pPr marL="457200" indent="-333360">
              <a:lnSpc>
                <a:spcPct val="150000"/>
              </a:lnSpc>
              <a:buNone/>
              <a:tabLst>
                <a:tab algn="l" pos="0"/>
              </a:tabLst>
            </a:pPr>
            <a:r>
              <a:rPr b="0" lang="en-US" sz="1200" strike="noStrike" u="none">
                <a:solidFill>
                  <a:schemeClr val="dk1"/>
                </a:solidFill>
                <a:effectLst/>
                <a:uFillTx/>
                <a:latin typeface="Nunito"/>
                <a:ea typeface="Nunito"/>
              </a:rPr>
              <a:t>Key features include secure user authentication via MariaDB, file upload, download, deletion, and sharing capabilities through generated links. The system offers search functionality by file name and a static website interface hosted on S3 for easy access and interaction. These deliver a user-friendly experience mirroring Google Drive’s essential functions.</a:t>
            </a:r>
            <a:endParaRPr b="0" lang="en-US" sz="1200" strike="noStrike" u="none">
              <a:solidFill>
                <a:srgbClr val="000000"/>
              </a:solidFill>
              <a:effectLst/>
              <a:uFillTx/>
              <a:latin typeface="OpenSymbol"/>
            </a:endParaRPr>
          </a:p>
        </p:txBody>
      </p:sp>
      <p:cxnSp>
        <p:nvCxnSpPr>
          <p:cNvPr id="84" name="Google Shape;326;p37"/>
          <p:cNvCxnSpPr/>
          <p:nvPr/>
        </p:nvCxnSpPr>
        <p:spPr>
          <a:xfrm flipH="1">
            <a:off x="0" y="1366920"/>
            <a:ext cx="9174240" cy="360"/>
          </a:xfrm>
          <a:prstGeom prst="straightConnector1">
            <a:avLst/>
          </a:prstGeom>
          <a:ln w="9525">
            <a:solidFill>
              <a:srgbClr val="020603"/>
            </a:solidFill>
            <a:round/>
          </a:ln>
        </p:spPr>
      </p:cxnSp>
      <p:pic>
        <p:nvPicPr>
          <p:cNvPr id="85" name="Google Shape;327;p37" descr=""/>
          <p:cNvPicPr/>
          <p:nvPr/>
        </p:nvPicPr>
        <p:blipFill>
          <a:blip r:embed="rId1"/>
          <a:srcRect l="32990" t="0" r="32995" b="0"/>
          <a:stretch/>
        </p:blipFill>
        <p:spPr>
          <a:xfrm>
            <a:off x="6014880" y="-12960"/>
            <a:ext cx="3128760" cy="515592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228600" y="4343400"/>
            <a:ext cx="6219360" cy="571320"/>
          </a:xfrm>
          <a:prstGeom prst="rect">
            <a:avLst/>
          </a:prstGeom>
          <a:noFill/>
          <a:ln w="0">
            <a:noFill/>
          </a:ln>
        </p:spPr>
        <p:txBody>
          <a:bodyPr lIns="91440" rIns="91440" tIns="91440" bIns="91440" anchor="t">
            <a:normAutofit fontScale="85000" lnSpcReduction="9999"/>
          </a:bodyPr>
          <a:p>
            <a:pPr indent="0">
              <a:lnSpc>
                <a:spcPct val="100000"/>
              </a:lnSpc>
              <a:buNone/>
              <a:tabLst>
                <a:tab algn="l" pos="0"/>
              </a:tabLst>
            </a:pPr>
            <a:r>
              <a:rPr b="0" lang="en-US" sz="3000" strike="noStrike" u="none">
                <a:solidFill>
                  <a:schemeClr val="dk1"/>
                </a:solidFill>
                <a:effectLst/>
                <a:uFillTx/>
                <a:latin typeface="Roboto Condensed"/>
                <a:ea typeface="Roboto Condensed"/>
              </a:rPr>
              <a:t>Challenges encountered and solutions implemented</a:t>
            </a:r>
            <a:endParaRPr b="0" lang="fr-FR" sz="3000" strike="noStrike" u="none">
              <a:solidFill>
                <a:schemeClr val="dk1"/>
              </a:solidFill>
              <a:effectLst/>
              <a:uFillTx/>
              <a:latin typeface="Arial"/>
            </a:endParaRPr>
          </a:p>
        </p:txBody>
      </p:sp>
      <p:sp>
        <p:nvSpPr>
          <p:cNvPr id="87" name="PlaceHolder 2"/>
          <p:cNvSpPr>
            <a:spLocks noGrp="1"/>
          </p:cNvSpPr>
          <p:nvPr>
            <p:ph type="subTitle"/>
          </p:nvPr>
        </p:nvSpPr>
        <p:spPr>
          <a:xfrm>
            <a:off x="3610080" y="990720"/>
            <a:ext cx="4990680" cy="3095280"/>
          </a:xfrm>
          <a:prstGeom prst="rect">
            <a:avLst/>
          </a:prstGeom>
          <a:noFill/>
          <a:ln w="0">
            <a:noFill/>
          </a:ln>
        </p:spPr>
        <p:txBody>
          <a:bodyPr lIns="91440" rIns="91440" tIns="91440" bIns="91440" anchor="b">
            <a:normAutofit/>
          </a:bodyPr>
          <a:p>
            <a:pPr indent="0">
              <a:lnSpc>
                <a:spcPct val="150000"/>
              </a:lnSpc>
              <a:buNone/>
              <a:tabLst>
                <a:tab algn="l" pos="0"/>
              </a:tabLst>
            </a:pPr>
            <a:r>
              <a:rPr b="0" lang="en-US" sz="1100" strike="noStrike" u="none">
                <a:solidFill>
                  <a:schemeClr val="dk1"/>
                </a:solidFill>
                <a:effectLst/>
                <a:uFillTx/>
                <a:latin typeface="Nunito"/>
                <a:ea typeface="Nunito"/>
              </a:rPr>
              <a:t>Challenges included EC2 to S3 connectivity issues, bucket policy misconfigurations, IAM role setups, and MariaDB installation complexities. These were resolved through systematic debugging, thorough documentation, and iterative configuration improvements, which enhanced understanding of AWS environments and secured reliable file storage operations.</a:t>
            </a:r>
            <a:endParaRPr b="0" lang="en-US" sz="1100" strike="noStrike" u="none">
              <a:solidFill>
                <a:srgbClr val="000000"/>
              </a:solidFill>
              <a:effectLst/>
              <a:uFillTx/>
              <a:latin typeface="OpenSymbol"/>
            </a:endParaRPr>
          </a:p>
        </p:txBody>
      </p:sp>
      <p:cxnSp>
        <p:nvCxnSpPr>
          <p:cNvPr id="88" name="Google Shape;258;p31"/>
          <p:cNvCxnSpPr/>
          <p:nvPr/>
        </p:nvCxnSpPr>
        <p:spPr>
          <a:xfrm>
            <a:off x="-80280" y="4214160"/>
            <a:ext cx="9253080" cy="360"/>
          </a:xfrm>
          <a:prstGeom prst="straightConnector1">
            <a:avLst/>
          </a:prstGeom>
          <a:ln w="9525">
            <a:solidFill>
              <a:srgbClr val="020603"/>
            </a:solidFill>
            <a:round/>
          </a:ln>
        </p:spPr>
      </p:cxn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228600" y="200160"/>
            <a:ext cx="5600520" cy="1018800"/>
          </a:xfrm>
          <a:prstGeom prst="rect">
            <a:avLst/>
          </a:prstGeom>
          <a:noFill/>
          <a:ln w="0">
            <a:noFill/>
          </a:ln>
        </p:spPr>
        <p:txBody>
          <a:bodyPr lIns="91440" rIns="91440" tIns="91440" bIns="91440" anchor="b">
            <a:normAutofit/>
          </a:bodyPr>
          <a:p>
            <a:pPr indent="0">
              <a:lnSpc>
                <a:spcPct val="100000"/>
              </a:lnSpc>
              <a:buNone/>
              <a:tabLst>
                <a:tab algn="l" pos="0"/>
              </a:tabLst>
            </a:pPr>
            <a:r>
              <a:rPr b="0" lang="en-US" sz="3000" strike="noStrike" u="none">
                <a:solidFill>
                  <a:schemeClr val="dk1"/>
                </a:solidFill>
                <a:effectLst/>
                <a:uFillTx/>
                <a:latin typeface="Roboto Condensed"/>
                <a:ea typeface="Roboto Condensed"/>
              </a:rPr>
              <a:t>Conclusions</a:t>
            </a:r>
            <a:endParaRPr b="0" lang="fr-FR" sz="3000" strike="noStrike" u="none">
              <a:solidFill>
                <a:schemeClr val="dk1"/>
              </a:solidFill>
              <a:effectLst/>
              <a:uFillTx/>
              <a:latin typeface="Arial"/>
            </a:endParaRPr>
          </a:p>
        </p:txBody>
      </p:sp>
      <p:sp>
        <p:nvSpPr>
          <p:cNvPr id="90" name="PlaceHolder 2"/>
          <p:cNvSpPr>
            <a:spLocks noGrp="1"/>
          </p:cNvSpPr>
          <p:nvPr>
            <p:ph type="subTitle"/>
          </p:nvPr>
        </p:nvSpPr>
        <p:spPr>
          <a:xfrm>
            <a:off x="714240" y="1085760"/>
            <a:ext cx="5028840" cy="3590640"/>
          </a:xfrm>
          <a:prstGeom prst="rect">
            <a:avLst/>
          </a:prstGeom>
          <a:noFill/>
          <a:ln w="0">
            <a:noFill/>
          </a:ln>
        </p:spPr>
        <p:txBody>
          <a:bodyPr lIns="91440" rIns="91440" tIns="91440" bIns="91440" anchor="b">
            <a:normAutofit/>
          </a:bodyPr>
          <a:p>
            <a:pPr marL="457200" indent="-333360">
              <a:lnSpc>
                <a:spcPct val="150000"/>
              </a:lnSpc>
              <a:buNone/>
              <a:tabLst>
                <a:tab algn="l" pos="0"/>
              </a:tabLst>
            </a:pPr>
            <a:r>
              <a:rPr b="0" lang="en-US" sz="1200" strike="noStrike" u="none">
                <a:solidFill>
                  <a:schemeClr val="dk1"/>
                </a:solidFill>
                <a:effectLst/>
                <a:uFillTx/>
                <a:latin typeface="Nunito"/>
                <a:ea typeface="Nunito"/>
              </a:rPr>
              <a:t>KM Mini Drive successfully demonstrates a practical implementation of cloud-based file storage on AWS. The project deepened expertise in cloud architecture, database management, and security practices. It lays a strong foundation for future enhancements, such as improved authentication, UI upgrades, and collaborative features, aligning with production-ready cloud solutions.</a:t>
            </a:r>
            <a:endParaRPr b="0" lang="en-US" sz="1200" strike="noStrike" u="none">
              <a:solidFill>
                <a:srgbClr val="000000"/>
              </a:solidFill>
              <a:effectLst/>
              <a:uFillTx/>
              <a:latin typeface="OpenSymbol"/>
            </a:endParaRPr>
          </a:p>
        </p:txBody>
      </p:sp>
      <p:cxnSp>
        <p:nvCxnSpPr>
          <p:cNvPr id="91" name="Google Shape;326;p37"/>
          <p:cNvCxnSpPr/>
          <p:nvPr/>
        </p:nvCxnSpPr>
        <p:spPr>
          <a:xfrm flipH="1">
            <a:off x="0" y="1366920"/>
            <a:ext cx="9174240" cy="360"/>
          </a:xfrm>
          <a:prstGeom prst="straightConnector1">
            <a:avLst/>
          </a:prstGeom>
          <a:ln w="9525">
            <a:solidFill>
              <a:srgbClr val="020603"/>
            </a:solidFill>
            <a:round/>
          </a:ln>
        </p:spPr>
      </p:cxnSp>
      <p:pic>
        <p:nvPicPr>
          <p:cNvPr id="92" name="Google Shape;327;p37" descr=""/>
          <p:cNvPicPr/>
          <p:nvPr/>
        </p:nvPicPr>
        <p:blipFill>
          <a:blip r:embed="rId1"/>
          <a:srcRect l="32990" t="0" r="32995" b="0"/>
          <a:stretch/>
        </p:blipFill>
        <p:spPr>
          <a:xfrm>
            <a:off x="6014880" y="-12960"/>
            <a:ext cx="3128760" cy="515592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228600" y="257040"/>
            <a:ext cx="2657160" cy="1943280"/>
          </a:xfrm>
          <a:prstGeom prst="rect">
            <a:avLst/>
          </a:prstGeom>
          <a:noFill/>
          <a:ln w="0">
            <a:noFill/>
          </a:ln>
        </p:spPr>
        <p:txBody>
          <a:bodyPr lIns="91440" rIns="91440" tIns="91440" bIns="91440" anchor="t">
            <a:spAutoFit/>
          </a:bodyPr>
          <a:p>
            <a:pPr indent="0">
              <a:lnSpc>
                <a:spcPct val="100000"/>
              </a:lnSpc>
              <a:buNone/>
              <a:tabLst>
                <a:tab algn="l" pos="0"/>
              </a:tabLst>
            </a:pPr>
            <a:r>
              <a:rPr b="0" lang="en" sz="5500" strike="noStrike" u="none">
                <a:solidFill>
                  <a:schemeClr val="dk1"/>
                </a:solidFill>
                <a:effectLst/>
                <a:uFillTx/>
                <a:latin typeface="Roboto Condensed"/>
                <a:ea typeface="Roboto Condensed"/>
              </a:rPr>
              <a:t>THANK </a:t>
            </a:r>
            <a:r>
              <a:rPr b="0" i="1" lang="en" sz="5500" strike="noStrike" u="none">
                <a:solidFill>
                  <a:schemeClr val="dk1"/>
                </a:solidFill>
                <a:effectLst/>
                <a:uFillTx/>
                <a:latin typeface="Roboto Condensed"/>
                <a:ea typeface="Roboto Condensed"/>
              </a:rPr>
              <a:t>YOU</a:t>
            </a:r>
            <a:endParaRPr b="0" lang="fr-FR" sz="5500" strike="noStrike" u="none">
              <a:solidFill>
                <a:schemeClr val="dk1"/>
              </a:solidFill>
              <a:effectLst/>
              <a:uFillTx/>
              <a:latin typeface="Arial"/>
            </a:endParaRPr>
          </a:p>
        </p:txBody>
      </p:sp>
      <p:sp>
        <p:nvSpPr>
          <p:cNvPr id="94" name="PlaceHolder 2"/>
          <p:cNvSpPr>
            <a:spLocks noGrp="1"/>
          </p:cNvSpPr>
          <p:nvPr>
            <p:ph type="subTitle"/>
          </p:nvPr>
        </p:nvSpPr>
        <p:spPr>
          <a:xfrm>
            <a:off x="3552840" y="361800"/>
            <a:ext cx="2219040" cy="1266840"/>
          </a:xfrm>
          <a:prstGeom prst="rect">
            <a:avLst/>
          </a:prstGeom>
          <a:noFill/>
          <a:ln w="0">
            <a:noFill/>
          </a:ln>
        </p:spPr>
        <p:txBody>
          <a:bodyPr lIns="91440" rIns="91440" tIns="91440" bIns="91440" anchor="t">
            <a:spAutoFit/>
          </a:bodyPr>
          <a:p>
            <a:pPr indent="0">
              <a:lnSpc>
                <a:spcPct val="100000"/>
              </a:lnSpc>
              <a:buNone/>
              <a:tabLst>
                <a:tab algn="l" pos="0"/>
              </a:tabLst>
            </a:pPr>
            <a:r>
              <a:rPr b="1" lang="en" sz="1400" strike="noStrike" u="none">
                <a:solidFill>
                  <a:schemeClr val="dk2"/>
                </a:solidFill>
                <a:effectLst/>
                <a:uFillTx/>
                <a:latin typeface="Nunito"/>
                <a:ea typeface="Nunito"/>
              </a:rPr>
              <a:t>Do you have any questions?</a:t>
            </a:r>
            <a:endParaRPr b="0" lang="en-US" sz="1400" strike="noStrike" u="none">
              <a:solidFill>
                <a:srgbClr val="000000"/>
              </a:solidFill>
              <a:effectLst/>
              <a:uFillTx/>
              <a:latin typeface="OpenSymbol"/>
            </a:endParaRPr>
          </a:p>
          <a:p>
            <a:pPr indent="0">
              <a:lnSpc>
                <a:spcPct val="100000"/>
              </a:lnSpc>
              <a:spcBef>
                <a:spcPts val="1001"/>
              </a:spcBef>
              <a:buNone/>
              <a:tabLst>
                <a:tab algn="l" pos="0"/>
              </a:tabLst>
            </a:pPr>
            <a:r>
              <a:rPr b="0" lang="en" sz="1200" strike="noStrike" u="none">
                <a:solidFill>
                  <a:schemeClr val="dk2"/>
                </a:solidFill>
                <a:effectLst/>
                <a:uFillTx/>
                <a:latin typeface="Nunito"/>
                <a:ea typeface="Nunito"/>
              </a:rPr>
              <a:t>youremail@freepik.com</a:t>
            </a:r>
            <a:endParaRPr b="0" lang="en-US" sz="1200" strike="noStrike" u="none">
              <a:solidFill>
                <a:srgbClr val="000000"/>
              </a:solidFill>
              <a:effectLst/>
              <a:uFillTx/>
              <a:latin typeface="OpenSymbol"/>
            </a:endParaRPr>
          </a:p>
          <a:p>
            <a:pPr indent="0">
              <a:lnSpc>
                <a:spcPct val="100000"/>
              </a:lnSpc>
              <a:buNone/>
              <a:tabLst>
                <a:tab algn="l" pos="0"/>
              </a:tabLst>
            </a:pPr>
            <a:r>
              <a:rPr b="0" lang="en" sz="1200" strike="noStrike" u="none">
                <a:solidFill>
                  <a:schemeClr val="dk2"/>
                </a:solidFill>
                <a:effectLst/>
                <a:uFillTx/>
                <a:latin typeface="Nunito"/>
                <a:ea typeface="Nunito"/>
              </a:rPr>
              <a:t>+00 000 000 000</a:t>
            </a:r>
            <a:endParaRPr b="0" lang="en-US" sz="1200" strike="noStrike" u="none">
              <a:solidFill>
                <a:srgbClr val="000000"/>
              </a:solidFill>
              <a:effectLst/>
              <a:uFillTx/>
              <a:latin typeface="OpenSymbol"/>
            </a:endParaRPr>
          </a:p>
          <a:p>
            <a:pPr indent="0">
              <a:lnSpc>
                <a:spcPct val="100000"/>
              </a:lnSpc>
              <a:buNone/>
              <a:tabLst>
                <a:tab algn="l" pos="0"/>
              </a:tabLst>
            </a:pPr>
            <a:r>
              <a:rPr b="0" lang="en" sz="1200" strike="noStrike" u="none">
                <a:solidFill>
                  <a:schemeClr val="dk2"/>
                </a:solidFill>
                <a:effectLst/>
                <a:uFillTx/>
                <a:latin typeface="Nunito"/>
                <a:ea typeface="Nunito"/>
              </a:rPr>
              <a:t>yourwebsite.com</a:t>
            </a:r>
            <a:endParaRPr b="0" lang="en-US" sz="1200" strike="noStrike" u="none">
              <a:solidFill>
                <a:srgbClr val="000000"/>
              </a:solidFill>
              <a:effectLst/>
              <a:uFillTx/>
              <a:latin typeface="OpenSymbol"/>
            </a:endParaRPr>
          </a:p>
        </p:txBody>
      </p:sp>
      <p:grpSp>
        <p:nvGrpSpPr>
          <p:cNvPr id="95" name="Google Shape;334;p38"/>
          <p:cNvGrpSpPr/>
          <p:nvPr/>
        </p:nvGrpSpPr>
        <p:grpSpPr>
          <a:xfrm>
            <a:off x="2034720" y="4477680"/>
            <a:ext cx="437040" cy="437040"/>
            <a:chOff x="2034720" y="4477680"/>
            <a:chExt cx="437040" cy="437040"/>
          </a:xfrm>
        </p:grpSpPr>
        <p:sp>
          <p:nvSpPr>
            <p:cNvPr id="96" name="Google Shape;335;p38"/>
            <p:cNvSpPr/>
            <p:nvPr/>
          </p:nvSpPr>
          <p:spPr>
            <a:xfrm>
              <a:off x="2034720" y="4477680"/>
              <a:ext cx="437040" cy="437040"/>
            </a:xfrm>
            <a:prstGeom prst="rect">
              <a:avLst/>
            </a:pr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97" name="Google Shape;336;p38"/>
            <p:cNvGrpSpPr/>
            <p:nvPr/>
          </p:nvGrpSpPr>
          <p:grpSpPr>
            <a:xfrm>
              <a:off x="2111760" y="4558680"/>
              <a:ext cx="275760" cy="275760"/>
              <a:chOff x="2111760" y="4558680"/>
              <a:chExt cx="275760" cy="275760"/>
            </a:xfrm>
          </p:grpSpPr>
          <p:sp>
            <p:nvSpPr>
              <p:cNvPr id="98" name="Google Shape;337;p38"/>
              <p:cNvSpPr/>
              <p:nvPr/>
            </p:nvSpPr>
            <p:spPr>
              <a:xfrm>
                <a:off x="2111760" y="455868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9" name="Google Shape;338;p38"/>
              <p:cNvSpPr/>
              <p:nvPr/>
            </p:nvSpPr>
            <p:spPr>
              <a:xfrm>
                <a:off x="2175840" y="462420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0" name="Google Shape;339;p38"/>
              <p:cNvSpPr/>
              <p:nvPr/>
            </p:nvSpPr>
            <p:spPr>
              <a:xfrm>
                <a:off x="2305440" y="459396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01" name="Google Shape;340;p38"/>
          <p:cNvGrpSpPr/>
          <p:nvPr/>
        </p:nvGrpSpPr>
        <p:grpSpPr>
          <a:xfrm>
            <a:off x="1188720" y="4477680"/>
            <a:ext cx="437040" cy="437040"/>
            <a:chOff x="1188720" y="4477680"/>
            <a:chExt cx="437040" cy="437040"/>
          </a:xfrm>
        </p:grpSpPr>
        <p:sp>
          <p:nvSpPr>
            <p:cNvPr id="102" name="Google Shape;341;p38"/>
            <p:cNvSpPr/>
            <p:nvPr/>
          </p:nvSpPr>
          <p:spPr>
            <a:xfrm>
              <a:off x="1188720" y="4477680"/>
              <a:ext cx="437040" cy="437040"/>
            </a:xfrm>
            <a:prstGeom prst="rect">
              <a:avLst/>
            </a:pr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03" name="Google Shape;342;p38"/>
            <p:cNvGrpSpPr/>
            <p:nvPr/>
          </p:nvGrpSpPr>
          <p:grpSpPr>
            <a:xfrm>
              <a:off x="1274040" y="4577400"/>
              <a:ext cx="266400" cy="237960"/>
              <a:chOff x="1274040" y="4577400"/>
              <a:chExt cx="266400" cy="237960"/>
            </a:xfrm>
          </p:grpSpPr>
          <p:sp>
            <p:nvSpPr>
              <p:cNvPr id="104" name="Google Shape;343;p38"/>
              <p:cNvSpPr/>
              <p:nvPr/>
            </p:nvSpPr>
            <p:spPr>
              <a:xfrm>
                <a:off x="1283400" y="466128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5" name="Google Shape;344;p38"/>
              <p:cNvSpPr/>
              <p:nvPr/>
            </p:nvSpPr>
            <p:spPr>
              <a:xfrm>
                <a:off x="1274040" y="457740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6" name="Google Shape;345;p38"/>
              <p:cNvSpPr/>
              <p:nvPr/>
            </p:nvSpPr>
            <p:spPr>
              <a:xfrm>
                <a:off x="1376640" y="466128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07" name="Google Shape;346;p38"/>
          <p:cNvGrpSpPr/>
          <p:nvPr/>
        </p:nvGrpSpPr>
        <p:grpSpPr>
          <a:xfrm>
            <a:off x="343080" y="4477680"/>
            <a:ext cx="437040" cy="437040"/>
            <a:chOff x="343080" y="4477680"/>
            <a:chExt cx="437040" cy="437040"/>
          </a:xfrm>
        </p:grpSpPr>
        <p:sp>
          <p:nvSpPr>
            <p:cNvPr id="108" name="Google Shape;347;p38"/>
            <p:cNvSpPr/>
            <p:nvPr/>
          </p:nvSpPr>
          <p:spPr>
            <a:xfrm>
              <a:off x="343080" y="4477680"/>
              <a:ext cx="437040" cy="437040"/>
            </a:xfrm>
            <a:prstGeom prst="rect">
              <a:avLst/>
            </a:pr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9" name="Google Shape;348;p38"/>
            <p:cNvSpPr/>
            <p:nvPr/>
          </p:nvSpPr>
          <p:spPr>
            <a:xfrm>
              <a:off x="427320" y="4559400"/>
              <a:ext cx="268200" cy="273960"/>
            </a:xfrm>
            <a:custGeom>
              <a:avLst/>
              <a:gdLst>
                <a:gd name="textAreaLeft" fmla="*/ 0 w 268200"/>
                <a:gd name="textAreaRight" fmla="*/ 268560 w 268200"/>
                <a:gd name="textAreaTop" fmla="*/ 0 h 273960"/>
                <a:gd name="textAreaBottom" fmla="*/ 274320 h 273960"/>
              </a:gdLst>
              <a:ahLst/>
              <a:cxnLst/>
              <a:rect l="textAreaLeft" t="textAreaTop" r="textAreaRight" b="textAreaBottom"/>
              <a:pathLst>
                <a:path w="6712561"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548" y="4196581"/>
                  </a:lnTo>
                  <a:lnTo>
                    <a:pt x="4713728" y="6860070"/>
                  </a:lnTo>
                  <a:lnTo>
                    <a:pt x="6712561" y="6860070"/>
                  </a:lnTo>
                  <a:lnTo>
                    <a:pt x="3994757" y="2904749"/>
                  </a:lnTo>
                  <a:lnTo>
                    <a:pt x="3994925" y="2904749"/>
                  </a:lnTo>
                  <a:close/>
                  <a:moveTo>
                    <a:pt x="3183768" y="3847528"/>
                  </a:moveTo>
                  <a:lnTo>
                    <a:pt x="2918230" y="3467765"/>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10" name="Google Shape;349;p38"/>
          <p:cNvSpPr/>
          <p:nvPr/>
        </p:nvSpPr>
        <p:spPr>
          <a:xfrm>
            <a:off x="6124680" y="1200240"/>
            <a:ext cx="2819160" cy="28548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 sz="1000" strike="noStrike" u="none">
                <a:solidFill>
                  <a:schemeClr val="dk2"/>
                </a:solidFill>
                <a:effectLst/>
                <a:uFillTx/>
                <a:latin typeface="Arial"/>
              </a:rPr>
              <a:t>Please keep this slide for attribution</a:t>
            </a:r>
            <a:endParaRPr b="0" lang="en-US" sz="1000" strike="noStrike" u="none">
              <a:solidFill>
                <a:srgbClr val="000000"/>
              </a:solidFill>
              <a:effectLst/>
              <a:uFillTx/>
              <a:latin typeface="OpenSymbol"/>
            </a:endParaRPr>
          </a:p>
        </p:txBody>
      </p:sp>
      <p:cxnSp>
        <p:nvCxnSpPr>
          <p:cNvPr id="111" name="Google Shape;350;p38"/>
          <p:cNvCxnSpPr/>
          <p:nvPr/>
        </p:nvCxnSpPr>
        <p:spPr>
          <a:xfrm>
            <a:off x="5967720" y="-61920"/>
            <a:ext cx="360" cy="5286960"/>
          </a:xfrm>
          <a:prstGeom prst="straightConnector1">
            <a:avLst/>
          </a:prstGeom>
          <a:ln w="9525">
            <a:solidFill>
              <a:srgbClr val="aaa9a6"/>
            </a:solidFill>
            <a:round/>
          </a:ln>
        </p:spPr>
      </p:cxnSp>
      <p:sp>
        <p:nvSpPr>
          <p:cNvPr id="112" name="Google Shape;351;p38"/>
          <p:cNvSpPr/>
          <p:nvPr/>
        </p:nvSpPr>
        <p:spPr>
          <a:xfrm rot="16200000">
            <a:off x="5095800" y="3819600"/>
            <a:ext cx="2152440" cy="228240"/>
          </a:xfrm>
          <a:prstGeom prst="rect">
            <a:avLst/>
          </a:prstGeom>
          <a:noFill/>
          <a:ln w="0">
            <a:noFill/>
          </a:ln>
        </p:spPr>
        <p:style>
          <a:lnRef idx="0"/>
          <a:fillRef idx="0"/>
          <a:effectRef idx="0"/>
          <a:fontRef idx="minor"/>
        </p:style>
        <p:txBody>
          <a:bodyPr lIns="0" rIns="0" tIns="0" bIns="0" anchor="t">
            <a:spAutoFit/>
          </a:bodyPr>
          <a:p>
            <a:pPr defTabSz="914400">
              <a:lnSpc>
                <a:spcPct val="100000"/>
              </a:lnSpc>
              <a:tabLst>
                <a:tab algn="l" pos="0"/>
              </a:tabLst>
            </a:pPr>
            <a:r>
              <a:rPr b="0" lang="en" sz="1000" strike="noStrike" u="none">
                <a:solidFill>
                  <a:schemeClr val="dk2"/>
                </a:solidFill>
                <a:effectLst/>
                <a:uFillTx/>
                <a:latin typeface="Arial"/>
              </a:rPr>
              <a:t>School center name</a:t>
            </a:r>
            <a:endParaRPr b="0" lang="en-US" sz="1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acher Onboarding for Schools by Slidesgo">
  <a:themeElements>
    <a:clrScheme name="Simple Light">
      <a:dk1>
        <a:srgbClr val="020603"/>
      </a:dk1>
      <a:lt1>
        <a:srgbClr val="f4f1ec"/>
      </a:lt1>
      <a:dk2>
        <a:srgbClr val="020603"/>
      </a:dk2>
      <a:lt2>
        <a:srgbClr val="b5c6bc"/>
      </a:lt2>
      <a:accent1>
        <a:srgbClr val="fc7d80"/>
      </a:accent1>
      <a:accent2>
        <a:srgbClr val="aaa9a6"/>
      </a:accent2>
      <a:accent3>
        <a:srgbClr val="ffffff"/>
      </a:accent3>
      <a:accent4>
        <a:srgbClr val="ffffff"/>
      </a:accent4>
      <a:accent5>
        <a:srgbClr val="ffffff"/>
      </a:accent5>
      <a:accent6>
        <a:srgbClr val="ffffff"/>
      </a:accent6>
      <a:hlink>
        <a:srgbClr val="020603"/>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2025-11-25T10:14:29Z</dcterms:created>
  <dc:creator>Unknown Creator</dc:creator>
  <dc:description/>
  <dc:language>en-US</dc:language>
  <cp:lastModifiedBy>Unknown Creator</cp:lastModifiedBy>
  <dcterms:modified xsi:type="dcterms:W3CDTF">2025-11-25T10:14:29Z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